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15544800"/>
  <p:notesSz cx="155448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15544800"/>
          </a:xfrm>
          <a:prstGeom prst="rect">
            <a:avLst/>
          </a:prstGeom>
          <a:solidFill>
            <a:srgbClr val="0B1A12"/>
          </a:solidFill>
          <a:ln/>
        </p:spPr>
      </p:sp>
      <p:pic>
        <p:nvPicPr>
          <p:cNvPr id="3" name="Image 0" descr="/home/workdir/artifacts/lahinch-user-m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81728"/>
            <a:ext cx="10058400" cy="5788152"/>
          </a:xfrm>
          <a:prstGeom prst="rect">
            <a:avLst/>
          </a:prstGeom>
        </p:spPr>
      </p:pic>
      <p:pic>
        <p:nvPicPr>
          <p:cNvPr id="4" name="Image 1" descr="/home/workdir/artifacts/celtic-logo-ghos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09728"/>
            <a:ext cx="3749040" cy="2898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294436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 Ireland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37673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Hosted Tour  ·  Small Group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57200" y="405993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5E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10–17 October 2027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43159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$6,495 per person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8640" y="1058875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8D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10863072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rounds of golf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48640" y="11210544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Killeen Castle   ·   Lahinch   ·   County Sligo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48640" y="11484864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Enniscrone   ·   Carne   ·   Galway Bay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48640" y="11850624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nights accommodations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48640" y="12161520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breakfast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48640" y="12472416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transport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48640" y="1278331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On-tour host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2926080" y="13149072"/>
            <a:ext cx="4206240" cy="10973"/>
          </a:xfrm>
          <a:prstGeom prst="rect">
            <a:avLst/>
          </a:prstGeom>
          <a:solidFill>
            <a:srgbClr val="A8D39A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13240512"/>
            <a:ext cx="8961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8D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1345996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Terry Benson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48640" y="1375257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E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celticgolftours@centreholidays.com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65760" y="15014448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Holidays  ·  TICO #50018114</a:t>
            </a:r>
            <a:endParaRPr lang="en-US" sz="1100" dirty="0"/>
          </a:p>
        </p:txBody>
      </p:sp>
      <p:pic>
        <p:nvPicPr>
          <p:cNvPr id="22" name="Image 2" descr="/home/workdir/artifacts/iagto-member-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4429232"/>
            <a:ext cx="2286000" cy="1088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Ireland Golf Poster</dc:title>
  <dc:subject>PptxGenJS Presentation</dc:subject>
  <dc:creator>Celtic Golf Tours</dc:creator>
  <cp:lastModifiedBy>Celtic Golf Tours</cp:lastModifiedBy>
  <cp:revision>1</cp:revision>
  <dcterms:created xsi:type="dcterms:W3CDTF">2026-09-10T03:39:11Z</dcterms:created>
  <dcterms:modified xsi:type="dcterms:W3CDTF">2026-09-10T03:39:11Z</dcterms:modified>
</cp:coreProperties>
</file>